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4B337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292608"/>
          </a:xfrm>
          <a:prstGeom prst="rect">
            <a:avLst/>
          </a:prstGeom>
          <a:solidFill>
            <a:srgbClr val="C4A2E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7863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6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337D"/>
                </a:solidFill>
              </a:defRPr>
            </a:pPr>
            <a:r>
              <a:t>Synthèse de la situation actuelle et des enjeux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7223760" cy="4023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Plateforme centralisée sur un serveur unique (front, API, base, scripts).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Incidents récents = indisponibilité totale et mises à jour périlleuses.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Le DSI veut un POC démontrant séparation des services et continuité.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7955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82788C"/>
                </a:solidFill>
              </a:defRPr>
            </a:pPr>
            <a:r>
              <a:t>DataPress – POC conteneurs | Consultants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4B337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292608"/>
          </a:xfrm>
          <a:prstGeom prst="rect">
            <a:avLst/>
          </a:prstGeom>
          <a:solidFill>
            <a:srgbClr val="C4A2E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7863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6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Objectifs du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337D"/>
                </a:solidFill>
              </a:defRPr>
            </a:pPr>
            <a:r>
              <a:t>Attendus formalisés avec la DSI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7223760" cy="4023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Isoler front &amp; API pour fiabiliser la recette et préparer la scalabilité.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Mettre en œuvre Docker, Kubernetes et amorcer une chaîne CI/CD.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Livrer documentation et présentation facilitant la décision.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7955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82788C"/>
                </a:solidFill>
              </a:defRPr>
            </a:pPr>
            <a:r>
              <a:t>DataPress – POC conteneurs | Consultants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4B337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292608"/>
          </a:xfrm>
          <a:prstGeom prst="rect">
            <a:avLst/>
          </a:prstGeom>
          <a:solidFill>
            <a:srgbClr val="C4A2E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7863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6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Architecture globale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337D"/>
                </a:solidFill>
              </a:defRPr>
            </a:pPr>
            <a:r>
              <a:t>Deux environnements, mêmes composants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7223760" cy="4023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Mode dev : Docker Compose, réseau dédié, variables injectées.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Mode recette : namespace Kubernetes, Deployments, Services, ConfigMap + Secret.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Interconnexions via DNS Kubernetes, front exposé en NodePort 30080.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7955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82788C"/>
                </a:solidFill>
              </a:defRPr>
            </a:pPr>
            <a:r>
              <a:t>DataPress – POC conteneurs | Consultants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4B337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292608"/>
          </a:xfrm>
          <a:prstGeom prst="rect">
            <a:avLst/>
          </a:prstGeom>
          <a:solidFill>
            <a:srgbClr val="C4A2E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7863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6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Mode développement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337D"/>
                </a:solidFill>
              </a:defRPr>
            </a:pPr>
            <a:r>
              <a:t>Expérience développeur simplifiée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7223760" cy="4023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Commande unique `docker compose up --build`.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Front NGINX dynamique consommant l'API via envsubst.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Aucune installation locale supplémentaire pour l'équipe.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7955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82788C"/>
                </a:solidFill>
              </a:defRPr>
            </a:pPr>
            <a:r>
              <a:t>DataPress – POC conteneurs | Consultants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4B337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292608"/>
          </a:xfrm>
          <a:prstGeom prst="rect">
            <a:avLst/>
          </a:prstGeom>
          <a:solidFill>
            <a:srgbClr val="C4A2E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7863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6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Mode recette Kubernetes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337D"/>
                </a:solidFill>
              </a:defRPr>
            </a:pPr>
            <a:r>
              <a:t>Cohérent avec une future prod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7223760" cy="4023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API : 2 réplicas, probes `/health`, ressources requests/limits, exécution non-root.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Front : 1 réplique, readiness `/`, Service NodePort 30080.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ConfigMap &amp; Secret injectent message, environnement et token.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7955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82788C"/>
                </a:solidFill>
              </a:defRPr>
            </a:pPr>
            <a:r>
              <a:t>DataPress – POC conteneurs | Consultants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4B337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292608"/>
          </a:xfrm>
          <a:prstGeom prst="rect">
            <a:avLst/>
          </a:prstGeom>
          <a:solidFill>
            <a:srgbClr val="C4A2E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7863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6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Sécurité &amp; fiabilité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337D"/>
                </a:solidFill>
              </a:defRPr>
            </a:pPr>
            <a:r>
              <a:t>Bonnes pratiques intégrées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7223760" cy="4023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Images multi-stage, surface réduite, utilisateur applicatif.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Probes readiness/liveness + ressources bornées = résilience.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Secrets isolent les données sensibles, ConfigMaps documentent le paramétrage.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7955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82788C"/>
                </a:solidFill>
              </a:defRPr>
            </a:pPr>
            <a:r>
              <a:t>DataPress – POC conteneurs | Consultants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4B337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292608"/>
          </a:xfrm>
          <a:prstGeom prst="rect">
            <a:avLst/>
          </a:prstGeom>
          <a:solidFill>
            <a:srgbClr val="C4A2E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7863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6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CI/CD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337D"/>
                </a:solidFill>
              </a:defRPr>
            </a:pPr>
            <a:r>
              <a:t>Premier jalon d'industrialisation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7223760" cy="4023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Workflow GitHub Actions : checkout, setup Python, install deps, build image API.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Déclenchement sur push `main` → build reproductible.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Base extensible pour tests, scans sécurité, push registre.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7955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82788C"/>
                </a:solidFill>
              </a:defRPr>
            </a:pPr>
            <a:r>
              <a:t>DataPress – POC conteneurs | Consultants 2025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4B337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292608"/>
          </a:xfrm>
          <a:prstGeom prst="rect">
            <a:avLst/>
          </a:prstGeom>
          <a:solidFill>
            <a:srgbClr val="C4A2E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7863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6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Limites &amp; prochaines étapes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337D"/>
                </a:solidFill>
              </a:defRPr>
            </a:pPr>
            <a:r>
              <a:t>Feuille de route proposée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7223760" cy="4023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Ajouter Ingress + TLS, observabilité (Prometheus/Grafana) et base persistante.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Étendre CI/CD : tests, scans, promotions automatiques, signature.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Mettre en place NetworkPolicies et préparer l'autoscaling (HPA).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7955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82788C"/>
                </a:solidFill>
              </a:defRPr>
            </a:pPr>
            <a:r>
              <a:t>DataPress – POC conteneurs | Consultants 2025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4B337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292608"/>
          </a:xfrm>
          <a:prstGeom prst="rect">
            <a:avLst/>
          </a:prstGeom>
          <a:solidFill>
            <a:srgbClr val="C4A2E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7863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6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337D"/>
                </a:solidFill>
              </a:defRPr>
            </a:pPr>
            <a:r>
              <a:t>Décision facilitée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7223760" cy="4023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POC rejouable, documenté, conforme aux attentes DataPress.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Séparation des services + CI/CD amorcée démontrent la trajectoire cible.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000">
                <a:solidFill>
                  <a:srgbClr val="22182C"/>
                </a:solidFill>
              </a:defRPr>
            </a:pPr>
            <a:r>
              <a:t>• Prochaine étape : validation DSI puis cadrage industrialisation.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7955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82788C"/>
                </a:solidFill>
              </a:defRPr>
            </a:pPr>
            <a:r>
              <a:t>DataPress – POC conteneurs | Consultants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